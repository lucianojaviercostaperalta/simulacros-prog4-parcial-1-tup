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74" r:id="rId8"/>
    <p:sldId id="262" r:id="rId9"/>
    <p:sldId id="265" r:id="rId10"/>
    <p:sldId id="267" r:id="rId11"/>
    <p:sldId id="268" r:id="rId12"/>
    <p:sldId id="276" r:id="rId13"/>
    <p:sldId id="277" r:id="rId14"/>
    <p:sldId id="269" r:id="rId15"/>
    <p:sldId id="270" r:id="rId16"/>
    <p:sldId id="278" r:id="rId17"/>
    <p:sldId id="279" r:id="rId18"/>
    <p:sldId id="271" r:id="rId19"/>
    <p:sldId id="272" r:id="rId20"/>
    <p:sldId id="280" r:id="rId21"/>
    <p:sldId id="281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4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2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6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7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4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4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2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84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6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2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12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4777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93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4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49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7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0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604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Modelado de datos y ORM en Django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051560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En Django, el </a:t>
            </a:r>
            <a:r>
              <a:rPr b="1"/>
              <a:t>ORM</a:t>
            </a:r>
            <a:r>
              <a:rPr/>
              <a:t> se llama simplemente </a:t>
            </a:r>
            <a:r>
              <a:rPr b="1"/>
              <a:t>Django ORM</a:t>
            </a:r>
            <a:r>
              <a:rPr/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1675383"/>
            <a:ext cx="8229600" cy="104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Es el </a:t>
            </a:r>
            <a:r>
              <a:rPr b="1"/>
              <a:t>Object-Relational Mapper</a:t>
            </a:r>
            <a:r>
              <a:rPr/>
              <a:t> integrado en el framework, que permite trabajar con la base de datos usando clases y objetos de Python en lugar de escribir directamente consultas SQL.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95832"/>
          </a:xfrm>
        </p:spPr>
        <p:txBody>
          <a:bodyPr/>
          <a:lstStyle/>
          <a:p>
            <a:pPr>
              <a:defRPr sz="2800"/>
            </a:pPr>
            <a:r>
              <a:rPr/>
              <a:t>Características clave del Django ORM: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543304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Implementa el patrón </a:t>
            </a:r>
            <a:r>
              <a:rPr b="1"/>
              <a:t>Active Record</a:t>
            </a:r>
            <a:r>
              <a:rPr/>
              <a:t>: cada modelo de Python representa una tabla en la base de datos. 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2461768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Traduce operaciones en objetos (crear, leer, actualizar, eliminar) a consultas SQL automáticamente.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3380231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Soporta múltiples motores de base de datos (PostgreSQL, MySQL, SQLite, Oracle, etc.).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4298695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Permite definir relaciones entre tablas (OneToOne, ForeignKey, ManyToMany) directamente en los modelos.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Por ejemplo, un modelo en Django:</a:t>
            </a:r>
          </a:p>
        </p:txBody>
      </p:sp>
      <p:sp>
        <p:nvSpPr>
          <p:cNvPr id="3" name="TextBox 5"/>
          <p:cNvSpPr txBox="1"/>
          <p:nvPr/>
        </p:nvSpPr>
        <p:spPr>
          <a:xfrm>
            <a:off x="457200" y="1051560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Con este modelo, Django ORM genera la tabla `libro` y te deja hacer consultas como: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70023"/>
            <a:ext cx="8229600" cy="1726691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from django.db import models
class Libro(models.Model):
    titulo = models.CharField(max_length=200)
    autor = models.CharField(max_length=100)
    publicado = models.DateField()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61307"/>
            <a:ext cx="8229600" cy="1358392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Crear registro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Libro.objects.create(titulo="1984", autor="George Orwell", publicado="1949-06-08")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Consultar registros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libros = Libro.objects.filter(autor="George Orwell")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Conceptos clave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051560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 b="1"/>
              <a:t>Campos principales: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1675383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`CharField` - texto corto (requiere `max_length`)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2299207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`DecimalField` - números decimales (requiere `max_digits` y `decimal_places`)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3217671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`ForeignKey` - relación uno a muchos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200" y="3841495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`ManyToMany` - relación muchos a muchos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4465320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`DateTimeField` - fechas y horas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200" y="5089144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`BooleanField` - verdadero/falso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 lang="es-ES" dirty="0" smtClean="0"/>
              <a:t>Relaciones</a:t>
            </a:r>
            <a:endParaRPr dirty="0"/>
          </a:p>
        </p:txBody>
      </p:sp>
      <p:sp>
        <p:nvSpPr>
          <p:cNvPr id="3" name="TextBox 5"/>
          <p:cNvSpPr txBox="1"/>
          <p:nvPr/>
        </p:nvSpPr>
        <p:spPr>
          <a:xfrm>
            <a:off x="457200" y="1051560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Imagina que tienes dos cosas: </a:t>
            </a:r>
            <a:r>
              <a:rPr b="1"/>
              <a:t>Clientes</a:t>
            </a:r>
            <a:r>
              <a:rPr/>
              <a:t> y </a:t>
            </a:r>
            <a:r>
              <a:rPr b="1"/>
              <a:t>Pedidos</a:t>
            </a:r>
            <a:r>
              <a:rPr/>
              <a:t>.</a:t>
            </a:r>
          </a:p>
        </p:txBody>
      </p:sp>
      <p:sp>
        <p:nvSpPr>
          <p:cNvPr id="4" name="TextBox 6"/>
          <p:cNvSpPr txBox="1"/>
          <p:nvPr/>
        </p:nvSpPr>
        <p:spPr>
          <a:xfrm>
            <a:off x="457200" y="1675383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Un cliente puede tener </a:t>
            </a:r>
            <a:r>
              <a:rPr b="1"/>
              <a:t>muchos pedidos</a:t>
            </a:r>
            <a:r>
              <a:rPr/>
              <a:t>.</a:t>
            </a:r>
          </a:p>
        </p:txBody>
      </p:sp>
      <p:sp>
        <p:nvSpPr>
          <p:cNvPr id="5" name="TextBox 7"/>
          <p:cNvSpPr txBox="1"/>
          <p:nvPr/>
        </p:nvSpPr>
        <p:spPr>
          <a:xfrm>
            <a:off x="457200" y="2299207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Pero cada pedido pertenece a </a:t>
            </a:r>
            <a:r>
              <a:rPr b="1"/>
              <a:t>un solo cliente</a:t>
            </a:r>
            <a:r>
              <a:rPr/>
              <a:t>.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457200" y="2923031"/>
            <a:ext cx="8229600" cy="104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En Django, cuando hay una relación de “muchos a uno”, la `ForeignKey` (llave foránea) va en el lado de los “muchos”, es decir, en el modelo `Pedido`.</a:t>
            </a:r>
          </a:p>
        </p:txBody>
      </p:sp>
      <p:sp>
        <p:nvSpPr>
          <p:cNvPr id="7" name="Rectangle 3"/>
          <p:cNvSpPr/>
          <p:nvPr/>
        </p:nvSpPr>
        <p:spPr>
          <a:xfrm>
            <a:off x="457200" y="4136136"/>
            <a:ext cx="8229600" cy="1726691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Cliente(models.Model):
    nombre = models.CharField(max_length=100)
class Pedido(models.Model):
    cliente = models.ForeignKey(Cliente, on_delete=models.CASCADE, related_name="pedidos")
    producto = models.CharField(max_length=100)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Conceptos clave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051560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 b="1"/>
              <a:t>Relaciones y `related_name`: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1675383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`ForeignKey` va en el lado "muchos" de la relación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2299207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`related_name` permite acceso inverso personalizado (ej: `cliente.pedidos.all()` en vez de `cliente.pedido_set.all()`)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3217671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Sin `related_name`, Django crea automáticamente `&lt;modelo&gt;_set`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Conceptos clave (continuación 2)</a:t>
            </a:r>
          </a:p>
        </p:txBody>
      </p:sp>
      <p:sp>
        <p:nvSpPr>
          <p:cNvPr id="3" name="Rectangle 4"/>
          <p:cNvSpPr/>
          <p:nvPr/>
        </p:nvSpPr>
        <p:spPr>
          <a:xfrm>
            <a:off x="457200" y="1051560"/>
            <a:ext cx="8229600" cy="1542542"/>
          </a:xfrm>
          <a:prstGeom prst="rect">
            <a:avLst/>
          </a:prstGeom>
          <a:solidFill>
            <a:srgbClr val="11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D2E7F7"/>
                </a:solidFill>
                <a:latin typeface="Segoe UI"/>
              </a:defRPr>
            </a:pPr>
            <a:r>
              <a:rPr b="1"/>
              <a:t>`related_name="pedidos"`</a:t>
            </a:r>
            <a:r>
              <a:rPr/>
              <a:t> te permite ir al revés de forma fácil:</a:t>
            </a:r>
          </a:p>
          <a:p>
            <a:pPr algn="l">
              <a:defRPr sz="1000" b="0" i="0">
                <a:solidFill>
                  <a:srgbClr val="D2E7F7"/>
                </a:solidFill>
                <a:latin typeface="Segoe UI"/>
              </a:defRPr>
            </a:pPr>
            <a:r>
              <a:rPr/>
              <a:t>Si tienes un cliente, puedes hacer `cliente.pedidos.all()` y obtienes todos sus pedidos.</a:t>
            </a:r>
          </a:p>
          <a:p>
            <a:pPr algn="l">
              <a:defRPr sz="1000" b="0" i="0">
                <a:solidFill>
                  <a:srgbClr val="D2E7F7"/>
                </a:solidFill>
                <a:latin typeface="Segoe UI"/>
              </a:defRPr>
            </a:pPr>
            <a:r>
              <a:rPr/>
              <a:t>Si no pones `related_name`, Django inventa un nombre automático: `pedido_set`.</a:t>
            </a:r>
          </a:p>
          <a:p>
            <a:pPr algn="l">
              <a:defRPr sz="1000" b="0" i="0">
                <a:solidFill>
                  <a:srgbClr val="D2E7F7"/>
                </a:solidFill>
                <a:latin typeface="Segoe UI"/>
              </a:defRPr>
            </a:pPr>
            <a:r>
              <a:rPr/>
              <a:t>Entonces sería `cliente.pedido_set.all()`.</a:t>
            </a:r>
          </a:p>
          <a:p>
            <a:pPr algn="l">
              <a:defRPr sz="1000" b="0" i="0">
                <a:solidFill>
                  <a:srgbClr val="D2E7F7"/>
                </a:solidFill>
                <a:latin typeface="Segoe UI"/>
              </a:defRPr>
            </a:pPr>
            <a:r>
              <a:rPr/>
              <a:t>Con `related_name="pedidos"` es más natural y corto.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Migraciones: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051560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Las migraciones son como </a:t>
            </a:r>
            <a:r>
              <a:rPr b="1"/>
              <a:t>recetas</a:t>
            </a:r>
            <a:r>
              <a:rPr/>
              <a:t> que le dicen a la base de datos cómo cambiar su estructura.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1970023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1. `python manage.py makemigrations`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2593847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Crea la receta (el archivo de migración) con los cambios que hiciste en tus modelos.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3512311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Ejemplo: “crear la tabla Cliente y la tabla Pedido”.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200" y="4136135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2. `python manage.py migrate`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4759959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Aplica la receta a la base de datos real.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200" y="5383783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Ejemplo: “ahora la base de datos ya tiene las tablas Cliente y Pedido”.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Consultas básicas en shell:</a:t>
            </a:r>
          </a:p>
        </p:txBody>
      </p:sp>
      <p:sp>
        <p:nvSpPr>
          <p:cNvPr id="3" name="Rectangle 3"/>
          <p:cNvSpPr/>
          <p:nvPr/>
        </p:nvSpPr>
        <p:spPr>
          <a:xfrm>
            <a:off x="457200" y="1051560"/>
            <a:ext cx="8229600" cy="2279141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python manage.py shell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filter - filtrar registros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Producto.objects.filter(precio__gt=100)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exclude - excluir registros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Producto.objects.exclude(activo=False)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get - obtener un solo registro (lanza error si no existe o hay múltiples)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Producto.objects.get(id=1)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create - crear nuevo registro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Producto.objects.create(nombre="Laptop", precio=999.99, stock=10)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Estas son las carpetas del proyecto</a:t>
            </a:r>
          </a:p>
        </p:txBody>
      </p:sp>
      <p:sp>
        <p:nvSpPr>
          <p:cNvPr id="3" name="Rectangle 3"/>
          <p:cNvSpPr/>
          <p:nvPr/>
        </p:nvSpPr>
        <p:spPr>
          <a:xfrm>
            <a:off x="457200" y="1051560"/>
            <a:ext cx="8229600" cy="5262371"/>
          </a:xfrm>
          <a:prstGeom prst="rect">
            <a:avLst/>
          </a:prstGeom>
          <a:solidFill>
            <a:srgbClr val="414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200" b="0" i="0">
                <a:solidFill>
                  <a:srgbClr val="D4D4D4"/>
                </a:solidFill>
                <a:latin typeface="Consolas"/>
              </a:defRPr>
            </a:pPr>
            <a:r>
              <a:rPr/>
              <a:t>mi_proyecto/
│
├── manage.py
├── mi_proyecto/               # Configuración del proyecto
│   ├── __init__.py
│   ├── settings.py
│   ├── urls.py
│   └── wsgi.py
│
└── mi_app/                    # Tu aplicación (p. ej. "tienda", "ventas", "catalogo")
    ├── __init__.py
    ├── admin.py
    ├── apps.py
    ├── models.py              # &lt;-- AQUÍ van tus modelos (Categoria, Producto, etc.)
    ├── serializers.py         # Serializadores para DRF
    ├── views.py               # Vistas (APIViews, ViewSets, etc.)
    ├── urls.py                # Rutas de la app
    └── migrations/            # Migraciones de la base de datos
        └── __init__.py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95832"/>
          </a:xfrm>
        </p:spPr>
        <p:txBody>
          <a:bodyPr/>
          <a:lstStyle/>
          <a:p>
            <a:pPr>
              <a:defRPr sz="2800"/>
            </a:pPr>
            <a:r>
              <a:rPr dirty="0" err="1"/>
              <a:t>Pasos</a:t>
            </a:r>
            <a:r>
              <a:rPr dirty="0"/>
              <a:t> para </a:t>
            </a:r>
            <a:r>
              <a:rPr dirty="0" err="1"/>
              <a:t>colocar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correctamente</a:t>
            </a:r>
            <a:r>
              <a:rPr dirty="0"/>
              <a:t>:</a:t>
            </a:r>
          </a:p>
        </p:txBody>
      </p:sp>
      <p:sp>
        <p:nvSpPr>
          <p:cNvPr id="3" name="TextBox 6"/>
          <p:cNvSpPr txBox="1"/>
          <p:nvPr/>
        </p:nvSpPr>
        <p:spPr>
          <a:xfrm>
            <a:off x="556591" y="248504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 dirty="0" smtClean="0"/>
              <a:t>1</a:t>
            </a:r>
            <a:r>
              <a:rPr dirty="0"/>
              <a:t>. </a:t>
            </a:r>
            <a:r>
              <a:rPr b="1" dirty="0" err="1"/>
              <a:t>Crear</a:t>
            </a:r>
            <a:r>
              <a:rPr b="1" dirty="0"/>
              <a:t> </a:t>
            </a:r>
            <a:r>
              <a:rPr b="1" dirty="0" err="1"/>
              <a:t>una</a:t>
            </a:r>
            <a:r>
              <a:rPr b="1" dirty="0"/>
              <a:t> </a:t>
            </a:r>
            <a:r>
              <a:rPr b="1" dirty="0" err="1"/>
              <a:t>aplicación</a:t>
            </a:r>
            <a:r>
              <a:rPr dirty="0"/>
              <a:t> (</a:t>
            </a:r>
            <a:r>
              <a:rPr dirty="0" err="1"/>
              <a:t>si</a:t>
            </a:r>
            <a:r>
              <a:rPr dirty="0"/>
              <a:t> no </a:t>
            </a:r>
            <a:r>
              <a:rPr dirty="0" err="1"/>
              <a:t>existe</a:t>
            </a:r>
            <a:r>
              <a:rPr dirty="0"/>
              <a:t>):</a:t>
            </a:r>
          </a:p>
        </p:txBody>
      </p:sp>
      <p:sp>
        <p:nvSpPr>
          <p:cNvPr id="4" name="TextBox 7"/>
          <p:cNvSpPr txBox="1"/>
          <p:nvPr/>
        </p:nvSpPr>
        <p:spPr>
          <a:xfrm>
            <a:off x="556591" y="2886951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2. </a:t>
            </a:r>
            <a:r>
              <a:rPr b="1"/>
              <a:t>Pegar el código</a:t>
            </a:r>
            <a:r>
              <a:rPr/>
              <a:t> de tus modelos en `mi_app/models.py`.</a:t>
            </a:r>
          </a:p>
        </p:txBody>
      </p:sp>
      <p:sp>
        <p:nvSpPr>
          <p:cNvPr id="5" name="TextBox 8"/>
          <p:cNvSpPr txBox="1"/>
          <p:nvPr/>
        </p:nvSpPr>
        <p:spPr>
          <a:xfrm>
            <a:off x="556591" y="3510775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3. </a:t>
            </a:r>
            <a:r>
              <a:rPr b="1"/>
              <a:t>Registrar la app</a:t>
            </a:r>
            <a:r>
              <a:rPr/>
              <a:t> en `mi_proyecto/settings.py`:</a:t>
            </a:r>
          </a:p>
        </p:txBody>
      </p:sp>
      <p:sp>
        <p:nvSpPr>
          <p:cNvPr id="6" name="TextBox 9"/>
          <p:cNvSpPr txBox="1"/>
          <p:nvPr/>
        </p:nvSpPr>
        <p:spPr>
          <a:xfrm>
            <a:off x="556591" y="4134599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4. </a:t>
            </a:r>
            <a:r>
              <a:rPr b="1"/>
              <a:t>Crear y aplicar migraciones</a:t>
            </a:r>
            <a:r>
              <a:rPr/>
              <a:t>:</a:t>
            </a:r>
          </a:p>
        </p:txBody>
      </p:sp>
      <p:sp>
        <p:nvSpPr>
          <p:cNvPr id="7" name="TextBox 10"/>
          <p:cNvSpPr txBox="1"/>
          <p:nvPr/>
        </p:nvSpPr>
        <p:spPr>
          <a:xfrm>
            <a:off x="556591" y="4758423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5. </a:t>
            </a:r>
            <a:r>
              <a:rPr b="1"/>
              <a:t>Crear serializadores y vistas</a:t>
            </a:r>
            <a:r>
              <a:rPr/>
              <a:t> para exponer los modelos a través de la API REST:</a:t>
            </a:r>
          </a:p>
        </p:txBody>
      </p:sp>
      <p:sp>
        <p:nvSpPr>
          <p:cNvPr id="8" name="TextBox 11"/>
          <p:cNvSpPr txBox="1"/>
          <p:nvPr/>
        </p:nvSpPr>
        <p:spPr>
          <a:xfrm>
            <a:off x="556591" y="5676887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latin typeface="Segoe UI"/>
              </a:defRPr>
            </a:pPr>
            <a:r>
              <a:rPr/>
              <a:t>En `mi_app/serializers.py` defines las clases `ModelSerializer`.</a:t>
            </a:r>
          </a:p>
        </p:txBody>
      </p:sp>
      <p:sp>
        <p:nvSpPr>
          <p:cNvPr id="9" name="Rectángulo 8"/>
          <p:cNvSpPr/>
          <p:nvPr/>
        </p:nvSpPr>
        <p:spPr>
          <a:xfrm>
            <a:off x="556590" y="1775369"/>
            <a:ext cx="65300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/>
              <a:t>Ejemplo práctico: Producto, Categoría, Cliente y Pedido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95832"/>
          </a:xfrm>
        </p:spPr>
        <p:txBody>
          <a:bodyPr/>
          <a:lstStyle/>
          <a:p>
            <a:pPr>
              <a:defRPr sz="2800"/>
            </a:pPr>
            <a:r>
              <a:rPr/>
              <a:t>Pasos para colocar los modelos correctamente: (continuación 2)</a:t>
            </a:r>
          </a:p>
        </p:txBody>
      </p:sp>
      <p:sp>
        <p:nvSpPr>
          <p:cNvPr id="3" name="TextBox 12"/>
          <p:cNvSpPr txBox="1"/>
          <p:nvPr/>
        </p:nvSpPr>
        <p:spPr>
          <a:xfrm>
            <a:off x="457200" y="1543304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latin typeface="Segoe UI"/>
              </a:defRPr>
            </a:pPr>
            <a:r>
              <a:rPr/>
              <a:t>En `mi_app/views.py` creas las vistas (por ejemplo, `ModelViewSet`).</a:t>
            </a:r>
          </a:p>
        </p:txBody>
      </p:sp>
      <p:sp>
        <p:nvSpPr>
          <p:cNvPr id="4" name="TextBox 13"/>
          <p:cNvSpPr txBox="1"/>
          <p:nvPr/>
        </p:nvSpPr>
        <p:spPr>
          <a:xfrm>
            <a:off x="457200" y="2461768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latin typeface="Segoe UI"/>
              </a:defRPr>
            </a:pPr>
            <a:r>
              <a:rPr/>
              <a:t>En `mi_app/urls.py` defines las rutas de la API.</a:t>
            </a:r>
          </a:p>
        </p:txBody>
      </p:sp>
      <p:sp>
        <p:nvSpPr>
          <p:cNvPr id="5" name="Rectangle 3"/>
          <p:cNvSpPr/>
          <p:nvPr/>
        </p:nvSpPr>
        <p:spPr>
          <a:xfrm>
            <a:off x="457200" y="3085592"/>
            <a:ext cx="8229600" cy="805942"/>
          </a:xfrm>
          <a:prstGeom prst="rect">
            <a:avLst/>
          </a:prstGeom>
          <a:solidFill>
            <a:srgbClr val="00408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E8E8E8"/>
                </a:solidFill>
                <a:latin typeface="Consolas"/>
              </a:defRPr>
            </a:pPr>
            <a:r>
              <a:rPr/>
              <a:t>   python manage.py startapp mi_app</a:t>
            </a:r>
          </a:p>
        </p:txBody>
      </p:sp>
      <p:sp>
        <p:nvSpPr>
          <p:cNvPr id="6" name="Rectangle 4"/>
          <p:cNvSpPr/>
          <p:nvPr/>
        </p:nvSpPr>
        <p:spPr>
          <a:xfrm>
            <a:off x="457200" y="4056125"/>
            <a:ext cx="8229600" cy="1542542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INSTALLED_APPS = [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...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'mi_app',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'rest_framework',   # si usas Django REST Framework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95832"/>
          </a:xfrm>
        </p:spPr>
        <p:txBody>
          <a:bodyPr/>
          <a:lstStyle/>
          <a:p>
            <a:pPr>
              <a:defRPr sz="2800"/>
            </a:pPr>
            <a:r>
              <a:rPr/>
              <a:t>Pasos para colocar los modelos correctamente: (continuación 3)</a:t>
            </a:r>
          </a:p>
        </p:txBody>
      </p:sp>
      <p:sp>
        <p:nvSpPr>
          <p:cNvPr id="3" name="Rectangle 5"/>
          <p:cNvSpPr/>
          <p:nvPr/>
        </p:nvSpPr>
        <p:spPr>
          <a:xfrm>
            <a:off x="457200" y="1543304"/>
            <a:ext cx="8229600" cy="990092"/>
          </a:xfrm>
          <a:prstGeom prst="rect">
            <a:avLst/>
          </a:prstGeom>
          <a:solidFill>
            <a:srgbClr val="00408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E8E8E8"/>
                </a:solidFill>
                <a:latin typeface="Consolas"/>
              </a:defRPr>
            </a:pPr>
            <a:r>
              <a:rPr/>
              <a:t>   python manage.py makemigrations
   python manage.py migrate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95832"/>
          </a:xfrm>
        </p:spPr>
        <p:txBody>
          <a:bodyPr/>
          <a:lstStyle/>
          <a:p>
            <a:pPr>
              <a:defRPr sz="2800"/>
            </a:pPr>
            <a:r>
              <a:rPr/>
              <a:t>Organización recomendada por dominios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543304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Si el proyecto crece, puedes separar los modelos en diferentes apps según su dominio, por ejemplo: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2461768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`catalogo/` → `Categoria`, `Producto`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3085592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`clientes/` → `Cliente`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3709416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`pedidos/` → `Pedido`, `DetallePedido`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200" y="4333240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Cada app tendría su propio `models.py`, `serializers.py`, `views.py`, etc., y se relacionarían mediante `ForeignKey`.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5251704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En resumen: </a:t>
            </a:r>
            <a:r>
              <a:rPr b="1"/>
              <a:t>el archivo `models.py` de tu app es el lugar correcto para este código</a:t>
            </a:r>
            <a:r>
              <a:rPr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EL MODELO</a:t>
            </a:r>
          </a:p>
        </p:txBody>
      </p:sp>
      <p:sp>
        <p:nvSpPr>
          <p:cNvPr id="3" name="Rectangle 3"/>
          <p:cNvSpPr/>
          <p:nvPr/>
        </p:nvSpPr>
        <p:spPr>
          <a:xfrm>
            <a:off x="457200" y="1051560"/>
            <a:ext cx="8229600" cy="5409692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from django.db import models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endParaRPr/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Categoria(models.Model):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nombre = models.CharField(max_length=100)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descripcion = models.TextField(blank=True)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class Meta: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verbose_name_plural = "Categorías"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def __str__(self):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return self.nombre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endParaRPr/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Producto(models.Model):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nombre = models.CharField(max_length=100)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precio = models.DecimalField(max_digits=10, decimal_places=2)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categoria = models.ForeignKey(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Categoria,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on_delete=models.CASCADE,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related_name='productos'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stock = models.IntegerField(default=0)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activo = models.BooleanField(default=True)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fecha_creacion = models.DateTimeField(auto_now_add=True)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def __str__(self):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return f"{self.nombre} - ${self.precio}"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EL MODELO (continuación 2)</a:t>
            </a:r>
          </a:p>
        </p:txBody>
      </p:sp>
      <p:sp>
        <p:nvSpPr>
          <p:cNvPr id="3" name="Rectangle 3"/>
          <p:cNvSpPr/>
          <p:nvPr/>
        </p:nvSpPr>
        <p:spPr>
          <a:xfrm>
            <a:off x="457200" y="1051560"/>
            <a:ext cx="8229600" cy="5409692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endParaRPr/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Cliente(models.Model):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nombre = models.CharField(max_length=100)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email = models.EmailField(unique=True)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telefono = models.CharField(max_length=20, blank=True)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fecha_registro = models.DateTimeField(auto_now_add=True)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activo = models.BooleanField(default=True)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def __str__(self):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return self.nombre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endParaRPr/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Pedido(models.Model):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ESTADO_CHOICES = [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('pendiente', 'Pendiente'),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('procesado', 'Procesado'),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('enviado', 'Enviado'),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('entregado', 'Entregado'),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('cancelado', 'Cancelado'),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]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cliente = models.ForeignKey(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Cliente,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on_delete=models.CASCADE,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related_name='pedidos'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fecha = models.DateTimeField(auto_now_add=True)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EL MODELO (continuación 3)</a:t>
            </a:r>
          </a:p>
        </p:txBody>
      </p:sp>
      <p:sp>
        <p:nvSpPr>
          <p:cNvPr id="3" name="Rectangle 3"/>
          <p:cNvSpPr/>
          <p:nvPr/>
        </p:nvSpPr>
        <p:spPr>
          <a:xfrm>
            <a:off x="457200" y="1051560"/>
            <a:ext cx="8229600" cy="4673092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total = models.DecimalField(max_digits=10, decimal_places=2)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estado = models.CharField(max_length=20, choices=ESTADO_CHOICES, default='pendiente')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def __str__(self):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return f"Pedido {self.id} - {self.cliente.nombre}"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endParaRPr/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DetallePedido(models.Model):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pedido = models.ForeignKey(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Pedido,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on_delete=models.CASCADE,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related_name='detalles'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producto = models.ForeignKey(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Producto,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on_delete=models.CASCADE,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related_name='detalles_pedido'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cantidad = models.IntegerField()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precio_unitario = models.DecimalField(max_digits=10, decimal_places=2)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def __str__(self):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return f"{self.cantidad}x {self.producto.nombre}"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80211"/>
          </a:xfrm>
        </p:spPr>
        <p:txBody>
          <a:bodyPr/>
          <a:lstStyle/>
          <a:p>
            <a:pPr>
              <a:defRPr sz="2800"/>
            </a:pPr>
            <a:r>
              <a:rPr/>
              <a:t>Componentes principales de DRF: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051560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1. </a:t>
            </a:r>
            <a:r>
              <a:rPr b="1"/>
              <a:t>Serializers</a:t>
            </a:r>
            <a:r>
              <a:rPr/>
              <a:t> - Convierten modelos Django a JSON y viceversa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1675383"/>
            <a:ext cx="8229600" cy="75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2. </a:t>
            </a:r>
            <a:r>
              <a:rPr b="1"/>
              <a:t>ViewSets</a:t>
            </a:r>
            <a:r>
              <a:rPr/>
              <a:t> - Vistas que manejan operaciones CRUD automáticamente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2593847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3. </a:t>
            </a:r>
            <a:r>
              <a:rPr b="1"/>
              <a:t>Routers</a:t>
            </a:r>
            <a:r>
              <a:rPr/>
              <a:t> - Generan URLs automáticamente para los ViewSets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3217671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4. </a:t>
            </a:r>
            <a:r>
              <a:rPr b="1"/>
              <a:t>Autenticación y permisos</a:t>
            </a:r>
            <a:r>
              <a:rPr/>
              <a:t> - Proteger la API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95832"/>
          </a:xfrm>
        </p:spPr>
        <p:txBody>
          <a:bodyPr/>
          <a:lstStyle/>
          <a:p>
            <a:pPr>
              <a:defRPr sz="2800"/>
            </a:pPr>
            <a:r>
              <a:rPr/>
              <a:t>Ejemplo básico de API para los modelos anteriores:</a:t>
            </a:r>
          </a:p>
        </p:txBody>
      </p:sp>
      <p:sp>
        <p:nvSpPr>
          <p:cNvPr id="3" name="Rectangle 3"/>
          <p:cNvSpPr/>
          <p:nvPr/>
        </p:nvSpPr>
        <p:spPr>
          <a:xfrm>
            <a:off x="457200" y="1543304"/>
            <a:ext cx="8229600" cy="4488942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serializers.py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from rest_framework import serializers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from .models import Categoria, Producto, Cliente, Pedido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CategoriaSerializer(serializers.ModelSerializer):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class Meta: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model = Categoria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fields = '__all__'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ProductoSerializer(serializers.ModelSerializer):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categoria_nombre = serializers.CharField(source='categoria.nombre', read_only=True)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class Meta: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model = Producto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fields = ['id', 'nombre', 'precio', 'categoria', 'categoria_nombre', 'stock', 'activo']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ClienteSerializer(serializers.ModelSerializer):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class Meta: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model = Cliente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fields = '__all__'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PedidoSerializer(serializers.ModelSerializer):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cliente_nombre = serializers.CharField(source='cliente.nombre', read_only=True)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class Meta: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model = Pedido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    fields = ['id', 'cliente', 'cliente_nombre', 'fecha', 'total', 'estado']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95832"/>
          </a:xfrm>
        </p:spPr>
        <p:txBody>
          <a:bodyPr/>
          <a:lstStyle/>
          <a:p>
            <a:pPr>
              <a:defRPr sz="2800"/>
            </a:pPr>
            <a:r>
              <a:rPr/>
              <a:t>Ejemplo básico de API para los modelos anteriores: (continuación 2)</a:t>
            </a:r>
          </a:p>
        </p:txBody>
      </p:sp>
      <p:sp>
        <p:nvSpPr>
          <p:cNvPr id="3" name="Rectangle 4"/>
          <p:cNvSpPr/>
          <p:nvPr/>
        </p:nvSpPr>
        <p:spPr>
          <a:xfrm>
            <a:off x="457200" y="1543304"/>
            <a:ext cx="8229600" cy="3752341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views.py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from rest_framework import viewsets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from .models import Categoria, Producto, Cliente, Pedido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from .serializers import CategoriaSerializer, ProductoSerializer, ClienteSerializer, PedidoSerializer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CategoriaViewSet(viewsets.ModelViewSet):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queryset = Categoria.objects.all()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serializer_class = CategoriaSerializer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ProductoViewSet(viewsets.ModelViewSet):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queryset = Producto.objects.all()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serializer_class = ProductoSerializer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ClienteViewSet(viewsets.ModelViewSet):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queryset = Cliente.objects.all()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serializer_class = ClienteSerializer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class PedidoViewSet(viewsets.ModelViewSet):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queryset = Pedido.objects.all()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serializer_class = PedidoSerializer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95832"/>
          </a:xfrm>
        </p:spPr>
        <p:txBody>
          <a:bodyPr/>
          <a:lstStyle/>
          <a:p>
            <a:pPr>
              <a:defRPr sz="2800"/>
            </a:pPr>
            <a:r>
              <a:rPr/>
              <a:t>Ejemplo básico de API para los modelos anteriores: (continuación 3)</a:t>
            </a:r>
          </a:p>
        </p:txBody>
      </p:sp>
      <p:sp>
        <p:nvSpPr>
          <p:cNvPr id="3" name="Rectangle 5"/>
          <p:cNvSpPr/>
          <p:nvPr/>
        </p:nvSpPr>
        <p:spPr>
          <a:xfrm>
            <a:off x="457200" y="1543304"/>
            <a:ext cx="8229600" cy="2831591"/>
          </a:xfrm>
          <a:prstGeom prst="rect">
            <a:avLst/>
          </a:prstGeom>
          <a:solidFill>
            <a:srgbClr val="0C082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urls.py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from django.urls import path, include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from rest_framework.routers import DefaultRouter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from .views import CategoriaViewSet, ProductoViewSet, ClienteViewSet, PedidoViewSet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router = DefaultRouter()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router.register('categorias', CategoriaViewSet)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router.register('productos', ProductoViewSet)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router.register('clientes', ClienteViewSet)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router.register('pedidos', PedidoViewSet)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urlpatterns = [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    path('api/', include(router.urls)),</a:t>
            </a:r>
          </a:p>
          <a:p>
            <a:pPr algn="l">
              <a:defRPr sz="1000" b="0" i="0">
                <a:solidFill>
                  <a:srgbClr val="90CDD0"/>
                </a:solidFill>
                <a:latin typeface="Consolas"/>
              </a:defRPr>
            </a:pPr>
            <a:r>
              <a:rPr/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95832"/>
          </a:xfrm>
        </p:spPr>
        <p:txBody>
          <a:bodyPr/>
          <a:lstStyle/>
          <a:p>
            <a:pPr>
              <a:defRPr sz="2800"/>
            </a:pPr>
            <a:r>
              <a:rPr/>
              <a:t>Con esto tendrían una API REST completa funcionando con endpoints como: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543304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`GET /api/productos/` - listar productos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2167128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`POST /api/productos/` - crear producto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2790952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`GET /api/productos/1/` - detalle de producto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3414776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`PUT /api/productos/1/` - actualizar producto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200" y="4038600"/>
            <a:ext cx="8229600" cy="45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Segoe UI"/>
              </a:defRPr>
            </a:pPr>
            <a:r>
              <a:rPr/>
              <a:t>`DELETE /api/productos/1/` - eliminar producto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</TotalTime>
  <Words>1548</Words>
  <Application>Microsoft Office PowerPoint</Application>
  <PresentationFormat>Presentación en pantalla (4:3)</PresentationFormat>
  <Paragraphs>226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Century Gothic</vt:lpstr>
      <vt:lpstr>Consolas</vt:lpstr>
      <vt:lpstr>Segoe UI</vt:lpstr>
      <vt:lpstr>Wingdings 3</vt:lpstr>
      <vt:lpstr>Ion</vt:lpstr>
      <vt:lpstr>Modelado de datos y ORM en Django</vt:lpstr>
      <vt:lpstr>Características clave del Django ORM:</vt:lpstr>
      <vt:lpstr>Por ejemplo, un modelo en Django:</vt:lpstr>
      <vt:lpstr>Conceptos clave</vt:lpstr>
      <vt:lpstr>Relaciones</vt:lpstr>
      <vt:lpstr>Conceptos clave</vt:lpstr>
      <vt:lpstr>Conceptos clave (continuación 2)</vt:lpstr>
      <vt:lpstr>Migraciones:</vt:lpstr>
      <vt:lpstr>Consultas básicas en shell:</vt:lpstr>
      <vt:lpstr>Estas son las carpetas del proyecto</vt:lpstr>
      <vt:lpstr>Pasos para colocar los modelos correctamente:</vt:lpstr>
      <vt:lpstr>Pasos para colocar los modelos correctamente: (continuación 2)</vt:lpstr>
      <vt:lpstr>Pasos para colocar los modelos correctamente: (continuación 3)</vt:lpstr>
      <vt:lpstr>Organización recomendada por dominios</vt:lpstr>
      <vt:lpstr>EL MODELO</vt:lpstr>
      <vt:lpstr>EL MODELO (continuación 2)</vt:lpstr>
      <vt:lpstr>EL MODELO (continuación 3)</vt:lpstr>
      <vt:lpstr>Componentes principales de DRF:</vt:lpstr>
      <vt:lpstr>Ejemplo básico de API para los modelos anteriores:</vt:lpstr>
      <vt:lpstr>Ejemplo básico de API para los modelos anteriores: (continuación 2)</vt:lpstr>
      <vt:lpstr>Ejemplo básico de API para los modelos anteriores: (continuación 3)</vt:lpstr>
      <vt:lpstr>Con esto tendrían una API REST completa funcionando con endpoints como: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Modelado de datos y ORM en Django</dc:title>
  <dc:subject/>
  <dc:creator/>
  <cp:keywords/>
  <dc:description>generated using python-pptx</dc:description>
  <cp:lastModifiedBy>LENOVO</cp:lastModifiedBy>
  <cp:revision>4</cp:revision>
  <dcterms:created xsi:type="dcterms:W3CDTF">2013-01-27T09:14:16Z</dcterms:created>
  <dcterms:modified xsi:type="dcterms:W3CDTF">2026-10-08T22:35:30Z</dcterms:modified>
  <cp:category/>
</cp:coreProperties>
</file>